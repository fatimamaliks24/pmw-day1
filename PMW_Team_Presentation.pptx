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7352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3D Reconstruction Internship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footage, exploratory ML/AR pipelines, and a first capture-to-3D pass — progress review for the team.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0292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3D Reconstruction Team  —  Progress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checkpoints from source material to a first 3D 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83080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18562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method landscape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compared, and why it shapes the pipeline choice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05156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834640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65960" y="2907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Rohtas Fort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659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and curating multi-angle footage for a real heritage 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105156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886200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65960" y="39593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visualization &amp; AR line overlays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 and structural line detection, tried end-to-end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105156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937760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65960" y="50109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capture-to-3D 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Unprojecting a single frame into a coloured point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3" name="Image 0" descr="asset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method landscape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approaches evaluated in the methods comparison doc — each with a different accuracy / speed / hardware trade-off.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2743200" cy="566928"/>
          </a:xfrm>
          <a:prstGeom prst="rect">
            <a:avLst/>
          </a:prstGeom>
          <a:solidFill>
            <a:srgbClr val="0B4F3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691640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66160" y="1691640"/>
            <a:ext cx="3017520" cy="566928"/>
          </a:xfrm>
          <a:prstGeom prst="rect">
            <a:avLst/>
          </a:prstGeom>
          <a:solidFill>
            <a:srgbClr val="0B4F3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75888" y="169164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1691640"/>
            <a:ext cx="1737360" cy="566928"/>
          </a:xfrm>
          <a:prstGeom prst="rect">
            <a:avLst/>
          </a:prstGeom>
          <a:solidFill>
            <a:srgbClr val="0B4F3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169164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21040" y="1691640"/>
            <a:ext cx="3017520" cy="566928"/>
          </a:xfrm>
          <a:prstGeom prst="rect">
            <a:avLst/>
          </a:prstGeom>
          <a:solidFill>
            <a:srgbClr val="0B4F3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169164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225856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2258568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 / SfM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66160" y="225856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75888" y="2258568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point cloud + camera poses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0" y="2258568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93408" y="2258568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21040" y="225856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0768" y="2258568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calibration, foundation for MVS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2825496"/>
            <a:ext cx="274320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2825496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566160" y="2825496"/>
            <a:ext cx="301752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75888" y="2825496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point cloud / mesh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0" y="2825496"/>
            <a:ext cx="173736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93408" y="2825496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Slow–medium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321040" y="2825496"/>
            <a:ext cx="301752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30768" y="2825496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static geometry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2960" y="339242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33924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566160" y="339242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75888" y="3392424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radiance field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83680" y="3392424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93408" y="339242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train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321040" y="339242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30768" y="3392424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 novel views, small scenes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22960" y="3959352"/>
            <a:ext cx="274320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2688" y="395935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3566160" y="3959352"/>
            <a:ext cx="301752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75888" y="3959352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splat cloud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583680" y="3959352"/>
            <a:ext cx="173736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93408" y="3959352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render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321040" y="3959352"/>
            <a:ext cx="301752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30768" y="3959352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viewing, large sites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22960" y="452628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32688" y="4526280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Est.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3566160" y="452628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75888" y="452628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depth map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583680" y="4526280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93408" y="452628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8321040" y="452628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30768" y="452628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preview, no calibration needed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822960" y="5276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below: monocular depth estimation and a Gaussian-Splat-style explicit point cloud are the two approaches exercised hands-on in this module (slides 6–8).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4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07352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assets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616671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Rohtas Fort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World Heritage Site, Jhelum District, Punjab — chosen as the multi-angle sourcing subject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7352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6012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began, under Sher Shah Suri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7288" y="1874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7352A"/>
          </a:solidFill>
          <a:ln/>
        </p:spPr>
      </p:sp>
      <p:sp>
        <p:nvSpPr>
          <p:cNvPr id="11" name="Text 8"/>
          <p:cNvSpPr/>
          <p:nvPr/>
        </p:nvSpPr>
        <p:spPr>
          <a:xfrm>
            <a:off x="3584448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km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584448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fortified walls, 68 bastion towers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71616" y="1874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7352A"/>
          </a:solidFill>
          <a:ln/>
        </p:spPr>
      </p:sp>
      <p:sp>
        <p:nvSpPr>
          <p:cNvPr id="14" name="Text 11"/>
          <p:cNvSpPr/>
          <p:nvPr/>
        </p:nvSpPr>
        <p:spPr>
          <a:xfrm>
            <a:off x="6208776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08776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monumental gates, each distinct in style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95944" y="1874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7352A"/>
          </a:solidFill>
          <a:ln/>
        </p:spPr>
      </p:sp>
      <p:sp>
        <p:nvSpPr>
          <p:cNvPr id="17" name="Text 14"/>
          <p:cNvSpPr/>
          <p:nvPr/>
        </p:nvSpPr>
        <p:spPr>
          <a:xfrm>
            <a:off x="8833104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833104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as a UNESCO World Heritage Site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approach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38862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aerial drone coverage (full wall circuit, scale/context) with ground-level walkthroughs (gate detail, masonry, tilework)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openly-licensed Wikimedia Commons stills (CC BY-SA, Wiki Loves Monuments 2016) — organised by gate, reliably attributable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and excluded mismatched stock results (a same-named but unrelated fort in Bihar, India)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 shooting gap: no footage yet of the Talaqi/Gatali gate weather damage — useful for a conservation-angle follow-up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3" name="Image 0" descr="assets/icon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sourcing to strongest material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91640" y="2011680"/>
            <a:ext cx="731520" cy="731520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7" name="Image 1" descr="assets/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22" y="2099462"/>
            <a:ext cx="555955" cy="5559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0584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footage, ground walkthroughs, open-licensed stills, references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10128" y="288036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520440" y="16916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89120" y="2011680"/>
            <a:ext cx="731520" cy="731520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13" name="Image 2" descr="assets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02" y="2099462"/>
            <a:ext cx="555955" cy="5559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0332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license, location accuracy, and gate/angle coverage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007608" y="288036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86600" y="2011680"/>
            <a:ext cx="731520" cy="731520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19" name="Image 3" descr="assets/icon_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382" y="2099462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550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against UNESCO record and Wikipedia sourcing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705088" y="288036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8915400" y="169164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784080" y="201168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4" descr="assets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2099462"/>
            <a:ext cx="555955" cy="5559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09828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Sourced, cited piece + a footage/reference set the team can reuse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produced this stage: a sourced write-up with cited references, curated footage links, and explicit notes on what to skip and what's still missing.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3" name="Image 0" descr="assets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visualization: monocular depth</a:t>
            </a:r>
            <a:endParaRPr lang="en-US" sz="2500" dirty="0"/>
          </a:p>
        </p:txBody>
      </p:sp>
      <p:pic>
        <p:nvPicPr>
          <p:cNvPr id="5" name="Image 1" descr="assets/ml_depth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7406640" cy="31363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1234440"/>
            <a:ext cx="7406640" cy="3136392"/>
          </a:xfrm>
          <a:prstGeom prst="roundRect">
            <a:avLst>
              <a:gd name="adj" fmla="val 875"/>
            </a:avLst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58200" y="12801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458200" y="16459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MiDaS v2.1 (small), CPU inference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pulled from the official GitHub release, not torch.hub auto-fetch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per-pixel relative depth, upsampled to source resolution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reads nearest, wall mid-depth, sky farthest — matches expected geometry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synthetic proxy frame (this sandbox can't reach image/video hosts) — script is unmodified and ready for a real PMW capture frame.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3" name="Image 0" descr="assets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line overlays: structural edges</a:t>
            </a:r>
            <a:endParaRPr lang="en-US" sz="2500" dirty="0"/>
          </a:p>
        </p:txBody>
      </p:sp>
      <p:pic>
        <p:nvPicPr>
          <p:cNvPr id="5" name="Image 1" descr="assets/ar_line_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34440"/>
            <a:ext cx="6172200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17320" y="1234440"/>
            <a:ext cx="6172200" cy="4114800"/>
          </a:xfrm>
          <a:prstGeom prst="roundRect">
            <a:avLst>
              <a:gd name="adj" fmla="val 667"/>
            </a:avLst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86384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863840" y="16459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— denoise while preserving edges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Hough transform — straight segments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length, drawn as AR-style guide lines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863840" y="3611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8046720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lines detected after tuning thresholds — up from 7 on the first pass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863840" y="5166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detection only — a live AR overlay would need per-frame tracking so lines don't swim between frames.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66928" cy="566928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3" name="Image 0" descr="assets/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capture-to-3D view</a:t>
            </a:r>
            <a:endParaRPr lang="en-US" sz="2500" dirty="0"/>
          </a:p>
        </p:txBody>
      </p:sp>
      <p:pic>
        <p:nvPicPr>
          <p:cNvPr id="5" name="Image 1" descr="assets/capture_to_3d_vi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15600" cy="38587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1234440"/>
            <a:ext cx="10515600" cy="3858768"/>
          </a:xfrm>
          <a:prstGeom prst="roundRect">
            <a:avLst>
              <a:gd name="adj" fmla="val 711"/>
            </a:avLst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 (slide 6) unprojected into camera space via a pinhole model — front / 3-quarter / top-down renders of the same coloured point cloud, plus an exportable .ply.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4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7352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assets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616671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07352A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874520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capture pass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874520"/>
            <a:ext cx="6949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synthetic proxy frame for an actual PMW-captured Rohtas Fort image across all three scripts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953512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07352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953512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60520" y="2953512"/>
            <a:ext cx="6949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assumed 60° FOV with measured intrinsics for an accurate unprojection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4032504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07352A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032504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fusion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60520" y="4032504"/>
            <a:ext cx="6949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single-frame depth to COLMAP/SfM → MVS across the curated multi-angle set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5111496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07352A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5111496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line tracking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60520" y="5111496"/>
            <a:ext cx="6949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optical-flow or SLAM-anchored tracking so overlay lines hold steady across frames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MY WORLD  ·  AI &amp; 3D RECONSTRUCTION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4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943600" cy="5943600"/>
          </a:xfrm>
          <a:prstGeom prst="ellipse">
            <a:avLst/>
          </a:prstGeom>
          <a:solidFill>
            <a:srgbClr val="07352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welcome — code, screenshots, and source notes for every slide are in the accompanying repo.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50292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3D Reconstruction Internship  ·  Preserve My World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2026-07-25T08:51:25Z</dcterms:created>
  <dcterms:modified xsi:type="dcterms:W3CDTF">2026-07-25T08:51:25Z</dcterms:modified>
</cp:coreProperties>
</file>